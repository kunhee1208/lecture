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478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073081" y="1676115"/>
              <a:ext cx="7537802" cy="39822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676406" y="3318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676406" y="425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676406" y="428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t9"/>
            <p:cNvSpPr/>
            <p:nvPr/>
          </p:nvSpPr>
          <p:spPr>
            <a:xfrm>
              <a:off x="1676406" y="431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t10"/>
            <p:cNvSpPr/>
            <p:nvPr/>
          </p:nvSpPr>
          <p:spPr>
            <a:xfrm>
              <a:off x="1676406" y="407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01232" y="4402351"/>
              <a:ext cx="0" cy="395221"/>
            </a:xfrm>
            <a:custGeom>
              <a:avLst/>
              <a:pathLst>
                <a:path w="0" h="395221">
                  <a:moveTo>
                    <a:pt x="0" y="3952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701232" y="5082132"/>
              <a:ext cx="0" cy="252941"/>
            </a:xfrm>
            <a:custGeom>
              <a:avLst/>
              <a:pathLst>
                <a:path w="0" h="252941">
                  <a:moveTo>
                    <a:pt x="0" y="0"/>
                  </a:moveTo>
                  <a:lnTo>
                    <a:pt x="0" y="25294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334811" y="4797573"/>
              <a:ext cx="732841" cy="284559"/>
            </a:xfrm>
            <a:custGeom>
              <a:avLst/>
              <a:pathLst>
                <a:path w="732841" h="284559">
                  <a:moveTo>
                    <a:pt x="0" y="0"/>
                  </a:moveTo>
                  <a:lnTo>
                    <a:pt x="0" y="284559"/>
                  </a:lnTo>
                  <a:lnTo>
                    <a:pt x="732841" y="284559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34811" y="4963566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2723323" y="5405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2723323" y="407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2723323" y="3523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723323" y="363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723323" y="5420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723323" y="418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723323" y="3729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723323" y="4377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723323" y="4330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723323" y="350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23323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723323" y="3982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23323" y="363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723323" y="436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723323" y="4235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723323" y="3255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8149" y="4481396"/>
              <a:ext cx="0" cy="343842"/>
            </a:xfrm>
            <a:custGeom>
              <a:avLst/>
              <a:pathLst>
                <a:path w="0" h="343842">
                  <a:moveTo>
                    <a:pt x="0" y="34384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48149" y="5066323"/>
              <a:ext cx="0" cy="252941"/>
            </a:xfrm>
            <a:custGeom>
              <a:avLst/>
              <a:pathLst>
                <a:path w="0" h="252941">
                  <a:moveTo>
                    <a:pt x="0" y="0"/>
                  </a:moveTo>
                  <a:lnTo>
                    <a:pt x="0" y="25294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381728" y="4825238"/>
              <a:ext cx="732841" cy="241084"/>
            </a:xfrm>
            <a:custGeom>
              <a:avLst/>
              <a:pathLst>
                <a:path w="732841" h="241084">
                  <a:moveTo>
                    <a:pt x="0" y="0"/>
                  </a:moveTo>
                  <a:lnTo>
                    <a:pt x="0" y="241084"/>
                  </a:lnTo>
                  <a:lnTo>
                    <a:pt x="732841" y="241084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81728" y="4955661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70240" y="3444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770240" y="2670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770240" y="428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770240" y="3460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770240" y="2543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770240" y="407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770240" y="4298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95066" y="4402351"/>
              <a:ext cx="0" cy="395221"/>
            </a:xfrm>
            <a:custGeom>
              <a:avLst/>
              <a:pathLst>
                <a:path w="0" h="395221">
                  <a:moveTo>
                    <a:pt x="0" y="3952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795066" y="5097941"/>
              <a:ext cx="0" cy="379412"/>
            </a:xfrm>
            <a:custGeom>
              <a:avLst/>
              <a:pathLst>
                <a:path w="0" h="379412">
                  <a:moveTo>
                    <a:pt x="0" y="0"/>
                  </a:moveTo>
                  <a:lnTo>
                    <a:pt x="0" y="37941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428645" y="4797573"/>
              <a:ext cx="732841" cy="300368"/>
            </a:xfrm>
            <a:custGeom>
              <a:avLst/>
              <a:pathLst>
                <a:path w="732841" h="300368">
                  <a:moveTo>
                    <a:pt x="0" y="0"/>
                  </a:moveTo>
                  <a:lnTo>
                    <a:pt x="0" y="300368"/>
                  </a:lnTo>
                  <a:lnTo>
                    <a:pt x="732841" y="300368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428645" y="4971470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817157" y="3634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817157" y="3824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817157" y="410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817157" y="350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817157" y="395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817157" y="395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841983" y="4418160"/>
              <a:ext cx="0" cy="379412"/>
            </a:xfrm>
            <a:custGeom>
              <a:avLst/>
              <a:pathLst>
                <a:path w="0" h="379412">
                  <a:moveTo>
                    <a:pt x="0" y="3794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841983" y="5066323"/>
              <a:ext cx="0" cy="268750"/>
            </a:xfrm>
            <a:custGeom>
              <a:avLst/>
              <a:pathLst>
                <a:path w="0" h="268750">
                  <a:moveTo>
                    <a:pt x="0" y="0"/>
                  </a:moveTo>
                  <a:lnTo>
                    <a:pt x="0" y="26875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4475562" y="4797573"/>
              <a:ext cx="732841" cy="268750"/>
            </a:xfrm>
            <a:custGeom>
              <a:avLst/>
              <a:pathLst>
                <a:path w="732841" h="268750">
                  <a:moveTo>
                    <a:pt x="0" y="0"/>
                  </a:moveTo>
                  <a:lnTo>
                    <a:pt x="0" y="268750"/>
                  </a:lnTo>
                  <a:lnTo>
                    <a:pt x="732841" y="268750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475562" y="4939852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5864074" y="3666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864074" y="3081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864074" y="183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5864074" y="425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864074" y="336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5864074" y="421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864074" y="3539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864074" y="431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5864074" y="2037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5864074" y="3903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864074" y="436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5864074" y="410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864074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864074" y="3081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864074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888900" y="4449778"/>
              <a:ext cx="0" cy="363603"/>
            </a:xfrm>
            <a:custGeom>
              <a:avLst/>
              <a:pathLst>
                <a:path w="0" h="363603">
                  <a:moveTo>
                    <a:pt x="0" y="36360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888900" y="5082132"/>
              <a:ext cx="0" cy="268750"/>
            </a:xfrm>
            <a:custGeom>
              <a:avLst/>
              <a:pathLst>
                <a:path w="0" h="268750">
                  <a:moveTo>
                    <a:pt x="0" y="0"/>
                  </a:moveTo>
                  <a:lnTo>
                    <a:pt x="0" y="26875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5522479" y="4813381"/>
              <a:ext cx="732841" cy="268750"/>
            </a:xfrm>
            <a:custGeom>
              <a:avLst/>
              <a:pathLst>
                <a:path w="732841" h="268750">
                  <a:moveTo>
                    <a:pt x="0" y="0"/>
                  </a:moveTo>
                  <a:lnTo>
                    <a:pt x="0" y="268750"/>
                  </a:lnTo>
                  <a:lnTo>
                    <a:pt x="732841" y="268750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22479" y="4971470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910991" y="4393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6910991" y="4361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910991" y="371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910991" y="183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910991" y="3539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910991" y="428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910991" y="4424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910991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910991" y="4013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910991" y="4266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910991" y="3318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6910991" y="3919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910991" y="434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910991" y="418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935817" y="4465587"/>
              <a:ext cx="0" cy="367555"/>
            </a:xfrm>
            <a:custGeom>
              <a:avLst/>
              <a:pathLst>
                <a:path w="0" h="367555">
                  <a:moveTo>
                    <a:pt x="0" y="36755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935817" y="5082132"/>
              <a:ext cx="0" cy="347794"/>
            </a:xfrm>
            <a:custGeom>
              <a:avLst/>
              <a:pathLst>
                <a:path w="0" h="347794">
                  <a:moveTo>
                    <a:pt x="0" y="0"/>
                  </a:moveTo>
                  <a:lnTo>
                    <a:pt x="0" y="3477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569396" y="4833143"/>
              <a:ext cx="732841" cy="248989"/>
            </a:xfrm>
            <a:custGeom>
              <a:avLst/>
              <a:pathLst>
                <a:path w="732841" h="248989">
                  <a:moveTo>
                    <a:pt x="0" y="0"/>
                  </a:moveTo>
                  <a:lnTo>
                    <a:pt x="0" y="248989"/>
                  </a:lnTo>
                  <a:lnTo>
                    <a:pt x="732841" y="248989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569396" y="4955661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7957908" y="406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7957908" y="395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7957908" y="412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7957908" y="406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7957908" y="276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7957908" y="4251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7957908" y="421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7957908" y="3919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7957908" y="4061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7957908" y="4298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7957908" y="388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7957908" y="4298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982734" y="4370734"/>
              <a:ext cx="0" cy="426838"/>
            </a:xfrm>
            <a:custGeom>
              <a:avLst/>
              <a:pathLst>
                <a:path w="0" h="426838">
                  <a:moveTo>
                    <a:pt x="0" y="4268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982734" y="5082132"/>
              <a:ext cx="0" cy="331985"/>
            </a:xfrm>
            <a:custGeom>
              <a:avLst/>
              <a:pathLst>
                <a:path w="0" h="331985">
                  <a:moveTo>
                    <a:pt x="0" y="0"/>
                  </a:moveTo>
                  <a:lnTo>
                    <a:pt x="0" y="33198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7616313" y="4797573"/>
              <a:ext cx="732841" cy="284559"/>
            </a:xfrm>
            <a:custGeom>
              <a:avLst/>
              <a:pathLst>
                <a:path w="732841" h="284559">
                  <a:moveTo>
                    <a:pt x="0" y="0"/>
                  </a:moveTo>
                  <a:lnTo>
                    <a:pt x="0" y="284559"/>
                  </a:lnTo>
                  <a:lnTo>
                    <a:pt x="732841" y="284559"/>
                  </a:lnTo>
                  <a:lnTo>
                    <a:pt x="7328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616313" y="4939852"/>
              <a:ext cx="732841" cy="0"/>
            </a:xfrm>
            <a:custGeom>
              <a:avLst/>
              <a:pathLst>
                <a:path w="732841" h="0">
                  <a:moveTo>
                    <a:pt x="0" y="0"/>
                  </a:moveTo>
                  <a:lnTo>
                    <a:pt x="73284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073081" y="1676115"/>
              <a:ext cx="0" cy="3982249"/>
            </a:xfrm>
            <a:custGeom>
              <a:avLst/>
              <a:pathLst>
                <a:path w="0" h="3982249">
                  <a:moveTo>
                    <a:pt x="0" y="39822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810835" y="5591533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13873" y="4801091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13873" y="4010648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13873" y="3220206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13873" y="2429763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13873" y="1639320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1035124" y="565125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035124" y="486080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035124" y="407036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1035124" y="327992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1035124" y="248948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1035124" y="16990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1073081" y="5658365"/>
              <a:ext cx="7537802" cy="0"/>
            </a:xfrm>
            <a:custGeom>
              <a:avLst/>
              <a:pathLst>
                <a:path w="7537802" h="0">
                  <a:moveTo>
                    <a:pt x="0" y="0"/>
                  </a:moveTo>
                  <a:lnTo>
                    <a:pt x="753780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1701232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48149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795066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841983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888900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935817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982734" y="565836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tx130"/>
            <p:cNvSpPr/>
            <p:nvPr/>
          </p:nvSpPr>
          <p:spPr>
            <a:xfrm>
              <a:off x="1507309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2009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554226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2010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601143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2011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4648060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2012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694977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2013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741894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2014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788811" y="5722521"/>
              <a:ext cx="38784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2015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4250354" y="5871505"/>
              <a:ext cx="1183258" cy="1470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EXMD_BZ_YYYY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5400000">
              <a:off x="442106" y="3609606"/>
              <a:ext cx="28894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FBS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js</cp:lastModifiedBy>
  <cp:revision>3</cp:revision>
  <dcterms:created xsi:type="dcterms:W3CDTF">2017-02-13T16:18:36Z</dcterms:created>
  <dcterms:modified xsi:type="dcterms:W3CDTF">2022-10-07T17:13:38Z</dcterms:modified>
  <cp:category/>
</cp:coreProperties>
</file>