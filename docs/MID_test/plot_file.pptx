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4782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1073081" y="1676115"/>
              <a:ext cx="7537802" cy="3982249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pt6"/>
            <p:cNvSpPr/>
            <p:nvPr/>
          </p:nvSpPr>
          <p:spPr>
            <a:xfrm>
              <a:off x="1676406" y="331833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t7"/>
            <p:cNvSpPr/>
            <p:nvPr/>
          </p:nvSpPr>
          <p:spPr>
            <a:xfrm>
              <a:off x="1676406" y="425105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t8"/>
            <p:cNvSpPr/>
            <p:nvPr/>
          </p:nvSpPr>
          <p:spPr>
            <a:xfrm>
              <a:off x="1676406" y="428267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t9"/>
            <p:cNvSpPr/>
            <p:nvPr/>
          </p:nvSpPr>
          <p:spPr>
            <a:xfrm>
              <a:off x="1676406" y="431429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t10"/>
            <p:cNvSpPr/>
            <p:nvPr/>
          </p:nvSpPr>
          <p:spPr>
            <a:xfrm>
              <a:off x="1676406" y="407715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1701232" y="4402351"/>
              <a:ext cx="0" cy="395221"/>
            </a:xfrm>
            <a:custGeom>
              <a:avLst/>
              <a:pathLst>
                <a:path w="0" h="395221">
                  <a:moveTo>
                    <a:pt x="0" y="395221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1701232" y="5082132"/>
              <a:ext cx="0" cy="252941"/>
            </a:xfrm>
            <a:custGeom>
              <a:avLst/>
              <a:pathLst>
                <a:path w="0" h="252941">
                  <a:moveTo>
                    <a:pt x="0" y="0"/>
                  </a:moveTo>
                  <a:lnTo>
                    <a:pt x="0" y="252941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g13"/>
            <p:cNvSpPr/>
            <p:nvPr/>
          </p:nvSpPr>
          <p:spPr>
            <a:xfrm>
              <a:off x="1334811" y="4797573"/>
              <a:ext cx="732841" cy="284559"/>
            </a:xfrm>
            <a:custGeom>
              <a:avLst/>
              <a:pathLst>
                <a:path w="732841" h="284559">
                  <a:moveTo>
                    <a:pt x="0" y="0"/>
                  </a:moveTo>
                  <a:lnTo>
                    <a:pt x="0" y="284559"/>
                  </a:lnTo>
                  <a:lnTo>
                    <a:pt x="732841" y="284559"/>
                  </a:lnTo>
                  <a:lnTo>
                    <a:pt x="732841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1334811" y="4963566"/>
              <a:ext cx="732841" cy="0"/>
            </a:xfrm>
            <a:custGeom>
              <a:avLst/>
              <a:pathLst>
                <a:path w="732841" h="0">
                  <a:moveTo>
                    <a:pt x="0" y="0"/>
                  </a:moveTo>
                  <a:lnTo>
                    <a:pt x="732841" y="0"/>
                  </a:lnTo>
                </a:path>
              </a:pathLst>
            </a:custGeom>
            <a:ln w="27101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t15"/>
            <p:cNvSpPr/>
            <p:nvPr/>
          </p:nvSpPr>
          <p:spPr>
            <a:xfrm>
              <a:off x="2723323" y="540510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t16"/>
            <p:cNvSpPr/>
            <p:nvPr/>
          </p:nvSpPr>
          <p:spPr>
            <a:xfrm>
              <a:off x="2723323" y="407715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t17"/>
            <p:cNvSpPr/>
            <p:nvPr/>
          </p:nvSpPr>
          <p:spPr>
            <a:xfrm>
              <a:off x="2723323" y="352384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t18"/>
            <p:cNvSpPr/>
            <p:nvPr/>
          </p:nvSpPr>
          <p:spPr>
            <a:xfrm>
              <a:off x="2723323" y="363450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t19"/>
            <p:cNvSpPr/>
            <p:nvPr/>
          </p:nvSpPr>
          <p:spPr>
            <a:xfrm>
              <a:off x="2723323" y="542091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t20"/>
            <p:cNvSpPr/>
            <p:nvPr/>
          </p:nvSpPr>
          <p:spPr>
            <a:xfrm>
              <a:off x="2723323" y="418781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t21"/>
            <p:cNvSpPr/>
            <p:nvPr/>
          </p:nvSpPr>
          <p:spPr>
            <a:xfrm>
              <a:off x="2723323" y="372936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t22"/>
            <p:cNvSpPr/>
            <p:nvPr/>
          </p:nvSpPr>
          <p:spPr>
            <a:xfrm>
              <a:off x="2723323" y="437752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t23"/>
            <p:cNvSpPr/>
            <p:nvPr/>
          </p:nvSpPr>
          <p:spPr>
            <a:xfrm>
              <a:off x="2723323" y="433009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t24"/>
            <p:cNvSpPr/>
            <p:nvPr/>
          </p:nvSpPr>
          <p:spPr>
            <a:xfrm>
              <a:off x="2723323" y="350803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t25"/>
            <p:cNvSpPr/>
            <p:nvPr/>
          </p:nvSpPr>
          <p:spPr>
            <a:xfrm>
              <a:off x="2723323" y="434590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t26"/>
            <p:cNvSpPr/>
            <p:nvPr/>
          </p:nvSpPr>
          <p:spPr>
            <a:xfrm>
              <a:off x="2723323" y="398230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t27"/>
            <p:cNvSpPr/>
            <p:nvPr/>
          </p:nvSpPr>
          <p:spPr>
            <a:xfrm>
              <a:off x="2723323" y="363450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t28"/>
            <p:cNvSpPr/>
            <p:nvPr/>
          </p:nvSpPr>
          <p:spPr>
            <a:xfrm>
              <a:off x="2723323" y="436171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t29"/>
            <p:cNvSpPr/>
            <p:nvPr/>
          </p:nvSpPr>
          <p:spPr>
            <a:xfrm>
              <a:off x="2723323" y="423524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t30"/>
            <p:cNvSpPr/>
            <p:nvPr/>
          </p:nvSpPr>
          <p:spPr>
            <a:xfrm>
              <a:off x="2723323" y="325509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2748149" y="4481396"/>
              <a:ext cx="0" cy="343842"/>
            </a:xfrm>
            <a:custGeom>
              <a:avLst/>
              <a:pathLst>
                <a:path w="0" h="343842">
                  <a:moveTo>
                    <a:pt x="0" y="343842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2748149" y="5066323"/>
              <a:ext cx="0" cy="252941"/>
            </a:xfrm>
            <a:custGeom>
              <a:avLst/>
              <a:pathLst>
                <a:path w="0" h="252941">
                  <a:moveTo>
                    <a:pt x="0" y="0"/>
                  </a:moveTo>
                  <a:lnTo>
                    <a:pt x="0" y="252941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g33"/>
            <p:cNvSpPr/>
            <p:nvPr/>
          </p:nvSpPr>
          <p:spPr>
            <a:xfrm>
              <a:off x="2381728" y="4825238"/>
              <a:ext cx="732841" cy="241084"/>
            </a:xfrm>
            <a:custGeom>
              <a:avLst/>
              <a:pathLst>
                <a:path w="732841" h="241084">
                  <a:moveTo>
                    <a:pt x="0" y="0"/>
                  </a:moveTo>
                  <a:lnTo>
                    <a:pt x="0" y="241084"/>
                  </a:lnTo>
                  <a:lnTo>
                    <a:pt x="732841" y="241084"/>
                  </a:lnTo>
                  <a:lnTo>
                    <a:pt x="732841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2381728" y="4955661"/>
              <a:ext cx="732841" cy="0"/>
            </a:xfrm>
            <a:custGeom>
              <a:avLst/>
              <a:pathLst>
                <a:path w="732841" h="0">
                  <a:moveTo>
                    <a:pt x="0" y="0"/>
                  </a:moveTo>
                  <a:lnTo>
                    <a:pt x="732841" y="0"/>
                  </a:lnTo>
                </a:path>
              </a:pathLst>
            </a:custGeom>
            <a:ln w="27101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t35"/>
            <p:cNvSpPr/>
            <p:nvPr/>
          </p:nvSpPr>
          <p:spPr>
            <a:xfrm>
              <a:off x="3770240" y="344480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t36"/>
            <p:cNvSpPr/>
            <p:nvPr/>
          </p:nvSpPr>
          <p:spPr>
            <a:xfrm>
              <a:off x="3770240" y="267016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t37"/>
            <p:cNvSpPr/>
            <p:nvPr/>
          </p:nvSpPr>
          <p:spPr>
            <a:xfrm>
              <a:off x="3770240" y="428267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t38"/>
            <p:cNvSpPr/>
            <p:nvPr/>
          </p:nvSpPr>
          <p:spPr>
            <a:xfrm>
              <a:off x="3770240" y="346061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t39"/>
            <p:cNvSpPr/>
            <p:nvPr/>
          </p:nvSpPr>
          <p:spPr>
            <a:xfrm>
              <a:off x="3770240" y="254369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t40"/>
            <p:cNvSpPr/>
            <p:nvPr/>
          </p:nvSpPr>
          <p:spPr>
            <a:xfrm>
              <a:off x="3770240" y="407715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t41"/>
            <p:cNvSpPr/>
            <p:nvPr/>
          </p:nvSpPr>
          <p:spPr>
            <a:xfrm>
              <a:off x="3770240" y="429848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l42"/>
            <p:cNvSpPr/>
            <p:nvPr/>
          </p:nvSpPr>
          <p:spPr>
            <a:xfrm>
              <a:off x="3795066" y="4402351"/>
              <a:ext cx="0" cy="395221"/>
            </a:xfrm>
            <a:custGeom>
              <a:avLst/>
              <a:pathLst>
                <a:path w="0" h="395221">
                  <a:moveTo>
                    <a:pt x="0" y="395221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l43"/>
            <p:cNvSpPr/>
            <p:nvPr/>
          </p:nvSpPr>
          <p:spPr>
            <a:xfrm>
              <a:off x="3795066" y="5097941"/>
              <a:ext cx="0" cy="379412"/>
            </a:xfrm>
            <a:custGeom>
              <a:avLst/>
              <a:pathLst>
                <a:path w="0" h="379412">
                  <a:moveTo>
                    <a:pt x="0" y="0"/>
                  </a:moveTo>
                  <a:lnTo>
                    <a:pt x="0" y="379412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g44"/>
            <p:cNvSpPr/>
            <p:nvPr/>
          </p:nvSpPr>
          <p:spPr>
            <a:xfrm>
              <a:off x="3428645" y="4797573"/>
              <a:ext cx="732841" cy="300368"/>
            </a:xfrm>
            <a:custGeom>
              <a:avLst/>
              <a:pathLst>
                <a:path w="732841" h="300368">
                  <a:moveTo>
                    <a:pt x="0" y="0"/>
                  </a:moveTo>
                  <a:lnTo>
                    <a:pt x="0" y="300368"/>
                  </a:lnTo>
                  <a:lnTo>
                    <a:pt x="732841" y="300368"/>
                  </a:lnTo>
                  <a:lnTo>
                    <a:pt x="732841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l45"/>
            <p:cNvSpPr/>
            <p:nvPr/>
          </p:nvSpPr>
          <p:spPr>
            <a:xfrm>
              <a:off x="3428645" y="4971470"/>
              <a:ext cx="732841" cy="0"/>
            </a:xfrm>
            <a:custGeom>
              <a:avLst/>
              <a:pathLst>
                <a:path w="732841" h="0">
                  <a:moveTo>
                    <a:pt x="0" y="0"/>
                  </a:moveTo>
                  <a:lnTo>
                    <a:pt x="732841" y="0"/>
                  </a:lnTo>
                </a:path>
              </a:pathLst>
            </a:custGeom>
            <a:ln w="27101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t46"/>
            <p:cNvSpPr/>
            <p:nvPr/>
          </p:nvSpPr>
          <p:spPr>
            <a:xfrm>
              <a:off x="4817157" y="363450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t47"/>
            <p:cNvSpPr/>
            <p:nvPr/>
          </p:nvSpPr>
          <p:spPr>
            <a:xfrm>
              <a:off x="4817157" y="382421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t48"/>
            <p:cNvSpPr/>
            <p:nvPr/>
          </p:nvSpPr>
          <p:spPr>
            <a:xfrm>
              <a:off x="4817157" y="410877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t49"/>
            <p:cNvSpPr/>
            <p:nvPr/>
          </p:nvSpPr>
          <p:spPr>
            <a:xfrm>
              <a:off x="4817157" y="350803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t50"/>
            <p:cNvSpPr/>
            <p:nvPr/>
          </p:nvSpPr>
          <p:spPr>
            <a:xfrm>
              <a:off x="4817157" y="395068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t51"/>
            <p:cNvSpPr/>
            <p:nvPr/>
          </p:nvSpPr>
          <p:spPr>
            <a:xfrm>
              <a:off x="4817157" y="395068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l52"/>
            <p:cNvSpPr/>
            <p:nvPr/>
          </p:nvSpPr>
          <p:spPr>
            <a:xfrm>
              <a:off x="4841983" y="4418160"/>
              <a:ext cx="0" cy="379412"/>
            </a:xfrm>
            <a:custGeom>
              <a:avLst/>
              <a:pathLst>
                <a:path w="0" h="379412">
                  <a:moveTo>
                    <a:pt x="0" y="379412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l53"/>
            <p:cNvSpPr/>
            <p:nvPr/>
          </p:nvSpPr>
          <p:spPr>
            <a:xfrm>
              <a:off x="4841983" y="5066323"/>
              <a:ext cx="0" cy="268750"/>
            </a:xfrm>
            <a:custGeom>
              <a:avLst/>
              <a:pathLst>
                <a:path w="0" h="268750">
                  <a:moveTo>
                    <a:pt x="0" y="0"/>
                  </a:moveTo>
                  <a:lnTo>
                    <a:pt x="0" y="26875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g54"/>
            <p:cNvSpPr/>
            <p:nvPr/>
          </p:nvSpPr>
          <p:spPr>
            <a:xfrm>
              <a:off x="4475562" y="4797573"/>
              <a:ext cx="732841" cy="268750"/>
            </a:xfrm>
            <a:custGeom>
              <a:avLst/>
              <a:pathLst>
                <a:path w="732841" h="268750">
                  <a:moveTo>
                    <a:pt x="0" y="0"/>
                  </a:moveTo>
                  <a:lnTo>
                    <a:pt x="0" y="268750"/>
                  </a:lnTo>
                  <a:lnTo>
                    <a:pt x="732841" y="268750"/>
                  </a:lnTo>
                  <a:lnTo>
                    <a:pt x="732841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l55"/>
            <p:cNvSpPr/>
            <p:nvPr/>
          </p:nvSpPr>
          <p:spPr>
            <a:xfrm>
              <a:off x="4475562" y="4939852"/>
              <a:ext cx="732841" cy="0"/>
            </a:xfrm>
            <a:custGeom>
              <a:avLst/>
              <a:pathLst>
                <a:path w="732841" h="0">
                  <a:moveTo>
                    <a:pt x="0" y="0"/>
                  </a:moveTo>
                  <a:lnTo>
                    <a:pt x="732841" y="0"/>
                  </a:lnTo>
                </a:path>
              </a:pathLst>
            </a:custGeom>
            <a:ln w="27101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t56"/>
            <p:cNvSpPr/>
            <p:nvPr/>
          </p:nvSpPr>
          <p:spPr>
            <a:xfrm>
              <a:off x="5864074" y="366612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t57"/>
            <p:cNvSpPr/>
            <p:nvPr/>
          </p:nvSpPr>
          <p:spPr>
            <a:xfrm>
              <a:off x="5864074" y="308120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t58"/>
            <p:cNvSpPr/>
            <p:nvPr/>
          </p:nvSpPr>
          <p:spPr>
            <a:xfrm>
              <a:off x="5864074" y="183230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t59"/>
            <p:cNvSpPr/>
            <p:nvPr/>
          </p:nvSpPr>
          <p:spPr>
            <a:xfrm>
              <a:off x="5864074" y="425105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t60"/>
            <p:cNvSpPr/>
            <p:nvPr/>
          </p:nvSpPr>
          <p:spPr>
            <a:xfrm>
              <a:off x="5864074" y="336575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t61"/>
            <p:cNvSpPr/>
            <p:nvPr/>
          </p:nvSpPr>
          <p:spPr>
            <a:xfrm>
              <a:off x="5864074" y="421943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t62"/>
            <p:cNvSpPr/>
            <p:nvPr/>
          </p:nvSpPr>
          <p:spPr>
            <a:xfrm>
              <a:off x="5864074" y="353965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t63"/>
            <p:cNvSpPr/>
            <p:nvPr/>
          </p:nvSpPr>
          <p:spPr>
            <a:xfrm>
              <a:off x="5864074" y="431429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t64"/>
            <p:cNvSpPr/>
            <p:nvPr/>
          </p:nvSpPr>
          <p:spPr>
            <a:xfrm>
              <a:off x="5864074" y="203781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t65"/>
            <p:cNvSpPr/>
            <p:nvPr/>
          </p:nvSpPr>
          <p:spPr>
            <a:xfrm>
              <a:off x="5864074" y="390326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t66"/>
            <p:cNvSpPr/>
            <p:nvPr/>
          </p:nvSpPr>
          <p:spPr>
            <a:xfrm>
              <a:off x="5864074" y="436171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t67"/>
            <p:cNvSpPr/>
            <p:nvPr/>
          </p:nvSpPr>
          <p:spPr>
            <a:xfrm>
              <a:off x="5864074" y="410877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t68"/>
            <p:cNvSpPr/>
            <p:nvPr/>
          </p:nvSpPr>
          <p:spPr>
            <a:xfrm>
              <a:off x="5864074" y="434590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t69"/>
            <p:cNvSpPr/>
            <p:nvPr/>
          </p:nvSpPr>
          <p:spPr>
            <a:xfrm>
              <a:off x="5864074" y="308120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t70"/>
            <p:cNvSpPr/>
            <p:nvPr/>
          </p:nvSpPr>
          <p:spPr>
            <a:xfrm>
              <a:off x="5864074" y="434590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l71"/>
            <p:cNvSpPr/>
            <p:nvPr/>
          </p:nvSpPr>
          <p:spPr>
            <a:xfrm>
              <a:off x="5888900" y="4449778"/>
              <a:ext cx="0" cy="363603"/>
            </a:xfrm>
            <a:custGeom>
              <a:avLst/>
              <a:pathLst>
                <a:path w="0" h="363603">
                  <a:moveTo>
                    <a:pt x="0" y="363603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l72"/>
            <p:cNvSpPr/>
            <p:nvPr/>
          </p:nvSpPr>
          <p:spPr>
            <a:xfrm>
              <a:off x="5888900" y="5082132"/>
              <a:ext cx="0" cy="268750"/>
            </a:xfrm>
            <a:custGeom>
              <a:avLst/>
              <a:pathLst>
                <a:path w="0" h="268750">
                  <a:moveTo>
                    <a:pt x="0" y="0"/>
                  </a:moveTo>
                  <a:lnTo>
                    <a:pt x="0" y="26875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g73"/>
            <p:cNvSpPr/>
            <p:nvPr/>
          </p:nvSpPr>
          <p:spPr>
            <a:xfrm>
              <a:off x="5522479" y="4813381"/>
              <a:ext cx="732841" cy="268750"/>
            </a:xfrm>
            <a:custGeom>
              <a:avLst/>
              <a:pathLst>
                <a:path w="732841" h="268750">
                  <a:moveTo>
                    <a:pt x="0" y="0"/>
                  </a:moveTo>
                  <a:lnTo>
                    <a:pt x="0" y="268750"/>
                  </a:lnTo>
                  <a:lnTo>
                    <a:pt x="732841" y="268750"/>
                  </a:lnTo>
                  <a:lnTo>
                    <a:pt x="732841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l74"/>
            <p:cNvSpPr/>
            <p:nvPr/>
          </p:nvSpPr>
          <p:spPr>
            <a:xfrm>
              <a:off x="5522479" y="4971470"/>
              <a:ext cx="732841" cy="0"/>
            </a:xfrm>
            <a:custGeom>
              <a:avLst/>
              <a:pathLst>
                <a:path w="732841" h="0">
                  <a:moveTo>
                    <a:pt x="0" y="0"/>
                  </a:moveTo>
                  <a:lnTo>
                    <a:pt x="732841" y="0"/>
                  </a:lnTo>
                </a:path>
              </a:pathLst>
            </a:custGeom>
            <a:ln w="27101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t75"/>
            <p:cNvSpPr/>
            <p:nvPr/>
          </p:nvSpPr>
          <p:spPr>
            <a:xfrm>
              <a:off x="6910991" y="439333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t76"/>
            <p:cNvSpPr/>
            <p:nvPr/>
          </p:nvSpPr>
          <p:spPr>
            <a:xfrm>
              <a:off x="6910991" y="436171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t77"/>
            <p:cNvSpPr/>
            <p:nvPr/>
          </p:nvSpPr>
          <p:spPr>
            <a:xfrm>
              <a:off x="6910991" y="371355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t78"/>
            <p:cNvSpPr/>
            <p:nvPr/>
          </p:nvSpPr>
          <p:spPr>
            <a:xfrm>
              <a:off x="6910991" y="183230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t79"/>
            <p:cNvSpPr/>
            <p:nvPr/>
          </p:nvSpPr>
          <p:spPr>
            <a:xfrm>
              <a:off x="6910991" y="353965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t80"/>
            <p:cNvSpPr/>
            <p:nvPr/>
          </p:nvSpPr>
          <p:spPr>
            <a:xfrm>
              <a:off x="6910991" y="428267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t81"/>
            <p:cNvSpPr/>
            <p:nvPr/>
          </p:nvSpPr>
          <p:spPr>
            <a:xfrm>
              <a:off x="6910991" y="442495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t82"/>
            <p:cNvSpPr/>
            <p:nvPr/>
          </p:nvSpPr>
          <p:spPr>
            <a:xfrm>
              <a:off x="6910991" y="434590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t83"/>
            <p:cNvSpPr/>
            <p:nvPr/>
          </p:nvSpPr>
          <p:spPr>
            <a:xfrm>
              <a:off x="6910991" y="401392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t84"/>
            <p:cNvSpPr/>
            <p:nvPr/>
          </p:nvSpPr>
          <p:spPr>
            <a:xfrm>
              <a:off x="6910991" y="426686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t85"/>
            <p:cNvSpPr/>
            <p:nvPr/>
          </p:nvSpPr>
          <p:spPr>
            <a:xfrm>
              <a:off x="6910991" y="331833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t86"/>
            <p:cNvSpPr/>
            <p:nvPr/>
          </p:nvSpPr>
          <p:spPr>
            <a:xfrm>
              <a:off x="6910991" y="391906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t87"/>
            <p:cNvSpPr/>
            <p:nvPr/>
          </p:nvSpPr>
          <p:spPr>
            <a:xfrm>
              <a:off x="6910991" y="434590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t88"/>
            <p:cNvSpPr/>
            <p:nvPr/>
          </p:nvSpPr>
          <p:spPr>
            <a:xfrm>
              <a:off x="6910991" y="418781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l89"/>
            <p:cNvSpPr/>
            <p:nvPr/>
          </p:nvSpPr>
          <p:spPr>
            <a:xfrm>
              <a:off x="6935817" y="4465587"/>
              <a:ext cx="0" cy="367555"/>
            </a:xfrm>
            <a:custGeom>
              <a:avLst/>
              <a:pathLst>
                <a:path w="0" h="367555">
                  <a:moveTo>
                    <a:pt x="0" y="367555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l90"/>
            <p:cNvSpPr/>
            <p:nvPr/>
          </p:nvSpPr>
          <p:spPr>
            <a:xfrm>
              <a:off x="6935817" y="5082132"/>
              <a:ext cx="0" cy="347794"/>
            </a:xfrm>
            <a:custGeom>
              <a:avLst/>
              <a:pathLst>
                <a:path w="0" h="347794">
                  <a:moveTo>
                    <a:pt x="0" y="0"/>
                  </a:moveTo>
                  <a:lnTo>
                    <a:pt x="0" y="347794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g91"/>
            <p:cNvSpPr/>
            <p:nvPr/>
          </p:nvSpPr>
          <p:spPr>
            <a:xfrm>
              <a:off x="6569396" y="4833143"/>
              <a:ext cx="732841" cy="248989"/>
            </a:xfrm>
            <a:custGeom>
              <a:avLst/>
              <a:pathLst>
                <a:path w="732841" h="248989">
                  <a:moveTo>
                    <a:pt x="0" y="0"/>
                  </a:moveTo>
                  <a:lnTo>
                    <a:pt x="0" y="248989"/>
                  </a:lnTo>
                  <a:lnTo>
                    <a:pt x="732841" y="248989"/>
                  </a:lnTo>
                  <a:lnTo>
                    <a:pt x="732841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l92"/>
            <p:cNvSpPr/>
            <p:nvPr/>
          </p:nvSpPr>
          <p:spPr>
            <a:xfrm>
              <a:off x="6569396" y="4955661"/>
              <a:ext cx="732841" cy="0"/>
            </a:xfrm>
            <a:custGeom>
              <a:avLst/>
              <a:pathLst>
                <a:path w="732841" h="0">
                  <a:moveTo>
                    <a:pt x="0" y="0"/>
                  </a:moveTo>
                  <a:lnTo>
                    <a:pt x="732841" y="0"/>
                  </a:lnTo>
                </a:path>
              </a:pathLst>
            </a:custGeom>
            <a:ln w="27101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t93"/>
            <p:cNvSpPr/>
            <p:nvPr/>
          </p:nvSpPr>
          <p:spPr>
            <a:xfrm>
              <a:off x="7957908" y="406134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t94"/>
            <p:cNvSpPr/>
            <p:nvPr/>
          </p:nvSpPr>
          <p:spPr>
            <a:xfrm>
              <a:off x="7957908" y="395068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t95"/>
            <p:cNvSpPr/>
            <p:nvPr/>
          </p:nvSpPr>
          <p:spPr>
            <a:xfrm>
              <a:off x="7957908" y="412458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t96"/>
            <p:cNvSpPr/>
            <p:nvPr/>
          </p:nvSpPr>
          <p:spPr>
            <a:xfrm>
              <a:off x="7957908" y="406134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t97"/>
            <p:cNvSpPr/>
            <p:nvPr/>
          </p:nvSpPr>
          <p:spPr>
            <a:xfrm>
              <a:off x="7957908" y="276502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t98"/>
            <p:cNvSpPr/>
            <p:nvPr/>
          </p:nvSpPr>
          <p:spPr>
            <a:xfrm>
              <a:off x="7957908" y="425105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t99"/>
            <p:cNvSpPr/>
            <p:nvPr/>
          </p:nvSpPr>
          <p:spPr>
            <a:xfrm>
              <a:off x="7957908" y="421943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t100"/>
            <p:cNvSpPr/>
            <p:nvPr/>
          </p:nvSpPr>
          <p:spPr>
            <a:xfrm>
              <a:off x="7957908" y="391906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t101"/>
            <p:cNvSpPr/>
            <p:nvPr/>
          </p:nvSpPr>
          <p:spPr>
            <a:xfrm>
              <a:off x="7957908" y="406134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t102"/>
            <p:cNvSpPr/>
            <p:nvPr/>
          </p:nvSpPr>
          <p:spPr>
            <a:xfrm>
              <a:off x="7957908" y="429848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t103"/>
            <p:cNvSpPr/>
            <p:nvPr/>
          </p:nvSpPr>
          <p:spPr>
            <a:xfrm>
              <a:off x="7957908" y="388745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t104"/>
            <p:cNvSpPr/>
            <p:nvPr/>
          </p:nvSpPr>
          <p:spPr>
            <a:xfrm>
              <a:off x="7957908" y="429848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l105"/>
            <p:cNvSpPr/>
            <p:nvPr/>
          </p:nvSpPr>
          <p:spPr>
            <a:xfrm>
              <a:off x="7982734" y="4370734"/>
              <a:ext cx="0" cy="426838"/>
            </a:xfrm>
            <a:custGeom>
              <a:avLst/>
              <a:pathLst>
                <a:path w="0" h="426838">
                  <a:moveTo>
                    <a:pt x="0" y="426838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l106"/>
            <p:cNvSpPr/>
            <p:nvPr/>
          </p:nvSpPr>
          <p:spPr>
            <a:xfrm>
              <a:off x="7982734" y="5082132"/>
              <a:ext cx="0" cy="331985"/>
            </a:xfrm>
            <a:custGeom>
              <a:avLst/>
              <a:pathLst>
                <a:path w="0" h="331985">
                  <a:moveTo>
                    <a:pt x="0" y="0"/>
                  </a:moveTo>
                  <a:lnTo>
                    <a:pt x="0" y="331985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g107"/>
            <p:cNvSpPr/>
            <p:nvPr/>
          </p:nvSpPr>
          <p:spPr>
            <a:xfrm>
              <a:off x="7616313" y="4797573"/>
              <a:ext cx="732841" cy="284559"/>
            </a:xfrm>
            <a:custGeom>
              <a:avLst/>
              <a:pathLst>
                <a:path w="732841" h="284559">
                  <a:moveTo>
                    <a:pt x="0" y="0"/>
                  </a:moveTo>
                  <a:lnTo>
                    <a:pt x="0" y="284559"/>
                  </a:lnTo>
                  <a:lnTo>
                    <a:pt x="732841" y="284559"/>
                  </a:lnTo>
                  <a:lnTo>
                    <a:pt x="732841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l108"/>
            <p:cNvSpPr/>
            <p:nvPr/>
          </p:nvSpPr>
          <p:spPr>
            <a:xfrm>
              <a:off x="7616313" y="4939852"/>
              <a:ext cx="732841" cy="0"/>
            </a:xfrm>
            <a:custGeom>
              <a:avLst/>
              <a:pathLst>
                <a:path w="732841" h="0">
                  <a:moveTo>
                    <a:pt x="0" y="0"/>
                  </a:moveTo>
                  <a:lnTo>
                    <a:pt x="732841" y="0"/>
                  </a:lnTo>
                </a:path>
              </a:pathLst>
            </a:custGeom>
            <a:ln w="27101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l109"/>
            <p:cNvSpPr/>
            <p:nvPr/>
          </p:nvSpPr>
          <p:spPr>
            <a:xfrm>
              <a:off x="1073081" y="1676115"/>
              <a:ext cx="0" cy="3982249"/>
            </a:xfrm>
            <a:custGeom>
              <a:avLst/>
              <a:pathLst>
                <a:path w="0" h="3982249">
                  <a:moveTo>
                    <a:pt x="0" y="3982249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tx110"/>
            <p:cNvSpPr/>
            <p:nvPr/>
          </p:nvSpPr>
          <p:spPr>
            <a:xfrm>
              <a:off x="810835" y="5591533"/>
              <a:ext cx="193923" cy="11526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50</a:t>
              </a:r>
            </a:p>
          </p:txBody>
        </p:sp>
        <p:sp>
          <p:nvSpPr>
            <p:cNvPr id="111" name="tx111"/>
            <p:cNvSpPr/>
            <p:nvPr/>
          </p:nvSpPr>
          <p:spPr>
            <a:xfrm>
              <a:off x="713873" y="4801091"/>
              <a:ext cx="290884" cy="11526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100</a:t>
              </a:r>
            </a:p>
          </p:txBody>
        </p:sp>
        <p:sp>
          <p:nvSpPr>
            <p:cNvPr id="112" name="tx112"/>
            <p:cNvSpPr/>
            <p:nvPr/>
          </p:nvSpPr>
          <p:spPr>
            <a:xfrm>
              <a:off x="713873" y="4010648"/>
              <a:ext cx="290884" cy="11526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150</a:t>
              </a:r>
            </a:p>
          </p:txBody>
        </p:sp>
        <p:sp>
          <p:nvSpPr>
            <p:cNvPr id="113" name="tx113"/>
            <p:cNvSpPr/>
            <p:nvPr/>
          </p:nvSpPr>
          <p:spPr>
            <a:xfrm>
              <a:off x="713873" y="3220206"/>
              <a:ext cx="290884" cy="11526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200</a:t>
              </a:r>
            </a:p>
          </p:txBody>
        </p:sp>
        <p:sp>
          <p:nvSpPr>
            <p:cNvPr id="114" name="tx114"/>
            <p:cNvSpPr/>
            <p:nvPr/>
          </p:nvSpPr>
          <p:spPr>
            <a:xfrm>
              <a:off x="713873" y="2429763"/>
              <a:ext cx="290884" cy="11526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250</a:t>
              </a:r>
            </a:p>
          </p:txBody>
        </p:sp>
        <p:sp>
          <p:nvSpPr>
            <p:cNvPr id="115" name="tx115"/>
            <p:cNvSpPr/>
            <p:nvPr/>
          </p:nvSpPr>
          <p:spPr>
            <a:xfrm>
              <a:off x="713873" y="1639320"/>
              <a:ext cx="290884" cy="11526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300</a:t>
              </a:r>
            </a:p>
          </p:txBody>
        </p:sp>
        <p:sp>
          <p:nvSpPr>
            <p:cNvPr id="116" name="pl116"/>
            <p:cNvSpPr/>
            <p:nvPr/>
          </p:nvSpPr>
          <p:spPr>
            <a:xfrm>
              <a:off x="1035124" y="5651251"/>
              <a:ext cx="37957" cy="0"/>
            </a:xfrm>
            <a:custGeom>
              <a:avLst/>
              <a:pathLst>
                <a:path w="37957" h="0">
                  <a:moveTo>
                    <a:pt x="0" y="0"/>
                  </a:moveTo>
                  <a:lnTo>
                    <a:pt x="37957" y="0"/>
                  </a:lnTo>
                </a:path>
              </a:pathLst>
            </a:custGeom>
            <a:ln w="14782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l117"/>
            <p:cNvSpPr/>
            <p:nvPr/>
          </p:nvSpPr>
          <p:spPr>
            <a:xfrm>
              <a:off x="1035124" y="4860808"/>
              <a:ext cx="37957" cy="0"/>
            </a:xfrm>
            <a:custGeom>
              <a:avLst/>
              <a:pathLst>
                <a:path w="37957" h="0">
                  <a:moveTo>
                    <a:pt x="0" y="0"/>
                  </a:moveTo>
                  <a:lnTo>
                    <a:pt x="37957" y="0"/>
                  </a:lnTo>
                </a:path>
              </a:pathLst>
            </a:custGeom>
            <a:ln w="14782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l118"/>
            <p:cNvSpPr/>
            <p:nvPr/>
          </p:nvSpPr>
          <p:spPr>
            <a:xfrm>
              <a:off x="1035124" y="4070365"/>
              <a:ext cx="37957" cy="0"/>
            </a:xfrm>
            <a:custGeom>
              <a:avLst/>
              <a:pathLst>
                <a:path w="37957" h="0">
                  <a:moveTo>
                    <a:pt x="0" y="0"/>
                  </a:moveTo>
                  <a:lnTo>
                    <a:pt x="37957" y="0"/>
                  </a:lnTo>
                </a:path>
              </a:pathLst>
            </a:custGeom>
            <a:ln w="14782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l119"/>
            <p:cNvSpPr/>
            <p:nvPr/>
          </p:nvSpPr>
          <p:spPr>
            <a:xfrm>
              <a:off x="1035124" y="3279923"/>
              <a:ext cx="37957" cy="0"/>
            </a:xfrm>
            <a:custGeom>
              <a:avLst/>
              <a:pathLst>
                <a:path w="37957" h="0">
                  <a:moveTo>
                    <a:pt x="0" y="0"/>
                  </a:moveTo>
                  <a:lnTo>
                    <a:pt x="37957" y="0"/>
                  </a:lnTo>
                </a:path>
              </a:pathLst>
            </a:custGeom>
            <a:ln w="14782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l120"/>
            <p:cNvSpPr/>
            <p:nvPr/>
          </p:nvSpPr>
          <p:spPr>
            <a:xfrm>
              <a:off x="1035124" y="2489480"/>
              <a:ext cx="37957" cy="0"/>
            </a:xfrm>
            <a:custGeom>
              <a:avLst/>
              <a:pathLst>
                <a:path w="37957" h="0">
                  <a:moveTo>
                    <a:pt x="0" y="0"/>
                  </a:moveTo>
                  <a:lnTo>
                    <a:pt x="37957" y="0"/>
                  </a:lnTo>
                </a:path>
              </a:pathLst>
            </a:custGeom>
            <a:ln w="14782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l121"/>
            <p:cNvSpPr/>
            <p:nvPr/>
          </p:nvSpPr>
          <p:spPr>
            <a:xfrm>
              <a:off x="1035124" y="1699038"/>
              <a:ext cx="37957" cy="0"/>
            </a:xfrm>
            <a:custGeom>
              <a:avLst/>
              <a:pathLst>
                <a:path w="37957" h="0">
                  <a:moveTo>
                    <a:pt x="0" y="0"/>
                  </a:moveTo>
                  <a:lnTo>
                    <a:pt x="37957" y="0"/>
                  </a:lnTo>
                </a:path>
              </a:pathLst>
            </a:custGeom>
            <a:ln w="14782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l122"/>
            <p:cNvSpPr/>
            <p:nvPr/>
          </p:nvSpPr>
          <p:spPr>
            <a:xfrm>
              <a:off x="1073081" y="5658365"/>
              <a:ext cx="7537802" cy="0"/>
            </a:xfrm>
            <a:custGeom>
              <a:avLst/>
              <a:pathLst>
                <a:path w="7537802" h="0">
                  <a:moveTo>
                    <a:pt x="0" y="0"/>
                  </a:moveTo>
                  <a:lnTo>
                    <a:pt x="7537802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l123"/>
            <p:cNvSpPr/>
            <p:nvPr/>
          </p:nvSpPr>
          <p:spPr>
            <a:xfrm>
              <a:off x="1701232" y="5658365"/>
              <a:ext cx="0" cy="37957"/>
            </a:xfrm>
            <a:custGeom>
              <a:avLst/>
              <a:pathLst>
                <a:path w="0" h="37957">
                  <a:moveTo>
                    <a:pt x="0" y="37957"/>
                  </a:moveTo>
                  <a:lnTo>
                    <a:pt x="0" y="0"/>
                  </a:lnTo>
                </a:path>
              </a:pathLst>
            </a:custGeom>
            <a:ln w="14782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l124"/>
            <p:cNvSpPr/>
            <p:nvPr/>
          </p:nvSpPr>
          <p:spPr>
            <a:xfrm>
              <a:off x="2748149" y="5658365"/>
              <a:ext cx="0" cy="37957"/>
            </a:xfrm>
            <a:custGeom>
              <a:avLst/>
              <a:pathLst>
                <a:path w="0" h="37957">
                  <a:moveTo>
                    <a:pt x="0" y="37957"/>
                  </a:moveTo>
                  <a:lnTo>
                    <a:pt x="0" y="0"/>
                  </a:lnTo>
                </a:path>
              </a:pathLst>
            </a:custGeom>
            <a:ln w="14782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l125"/>
            <p:cNvSpPr/>
            <p:nvPr/>
          </p:nvSpPr>
          <p:spPr>
            <a:xfrm>
              <a:off x="3795066" y="5658365"/>
              <a:ext cx="0" cy="37957"/>
            </a:xfrm>
            <a:custGeom>
              <a:avLst/>
              <a:pathLst>
                <a:path w="0" h="37957">
                  <a:moveTo>
                    <a:pt x="0" y="37957"/>
                  </a:moveTo>
                  <a:lnTo>
                    <a:pt x="0" y="0"/>
                  </a:lnTo>
                </a:path>
              </a:pathLst>
            </a:custGeom>
            <a:ln w="14782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l126"/>
            <p:cNvSpPr/>
            <p:nvPr/>
          </p:nvSpPr>
          <p:spPr>
            <a:xfrm>
              <a:off x="4841983" y="5658365"/>
              <a:ext cx="0" cy="37957"/>
            </a:xfrm>
            <a:custGeom>
              <a:avLst/>
              <a:pathLst>
                <a:path w="0" h="37957">
                  <a:moveTo>
                    <a:pt x="0" y="37957"/>
                  </a:moveTo>
                  <a:lnTo>
                    <a:pt x="0" y="0"/>
                  </a:lnTo>
                </a:path>
              </a:pathLst>
            </a:custGeom>
            <a:ln w="14782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l127"/>
            <p:cNvSpPr/>
            <p:nvPr/>
          </p:nvSpPr>
          <p:spPr>
            <a:xfrm>
              <a:off x="5888900" y="5658365"/>
              <a:ext cx="0" cy="37957"/>
            </a:xfrm>
            <a:custGeom>
              <a:avLst/>
              <a:pathLst>
                <a:path w="0" h="37957">
                  <a:moveTo>
                    <a:pt x="0" y="37957"/>
                  </a:moveTo>
                  <a:lnTo>
                    <a:pt x="0" y="0"/>
                  </a:lnTo>
                </a:path>
              </a:pathLst>
            </a:custGeom>
            <a:ln w="14782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l128"/>
            <p:cNvSpPr/>
            <p:nvPr/>
          </p:nvSpPr>
          <p:spPr>
            <a:xfrm>
              <a:off x="6935817" y="5658365"/>
              <a:ext cx="0" cy="37957"/>
            </a:xfrm>
            <a:custGeom>
              <a:avLst/>
              <a:pathLst>
                <a:path w="0" h="37957">
                  <a:moveTo>
                    <a:pt x="0" y="37957"/>
                  </a:moveTo>
                  <a:lnTo>
                    <a:pt x="0" y="0"/>
                  </a:lnTo>
                </a:path>
              </a:pathLst>
            </a:custGeom>
            <a:ln w="14782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l129"/>
            <p:cNvSpPr/>
            <p:nvPr/>
          </p:nvSpPr>
          <p:spPr>
            <a:xfrm>
              <a:off x="7982734" y="5658365"/>
              <a:ext cx="0" cy="37957"/>
            </a:xfrm>
            <a:custGeom>
              <a:avLst/>
              <a:pathLst>
                <a:path w="0" h="37957">
                  <a:moveTo>
                    <a:pt x="0" y="37957"/>
                  </a:moveTo>
                  <a:lnTo>
                    <a:pt x="0" y="0"/>
                  </a:lnTo>
                </a:path>
              </a:pathLst>
            </a:custGeom>
            <a:ln w="14782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tx130"/>
            <p:cNvSpPr/>
            <p:nvPr/>
          </p:nvSpPr>
          <p:spPr>
            <a:xfrm>
              <a:off x="1507309" y="5722521"/>
              <a:ext cx="387846" cy="11526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2009</a:t>
              </a:r>
            </a:p>
          </p:txBody>
        </p:sp>
        <p:sp>
          <p:nvSpPr>
            <p:cNvPr id="131" name="tx131"/>
            <p:cNvSpPr/>
            <p:nvPr/>
          </p:nvSpPr>
          <p:spPr>
            <a:xfrm>
              <a:off x="2554226" y="5722521"/>
              <a:ext cx="387846" cy="11526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2010</a:t>
              </a:r>
            </a:p>
          </p:txBody>
        </p:sp>
        <p:sp>
          <p:nvSpPr>
            <p:cNvPr id="132" name="tx132"/>
            <p:cNvSpPr/>
            <p:nvPr/>
          </p:nvSpPr>
          <p:spPr>
            <a:xfrm>
              <a:off x="3601143" y="5722521"/>
              <a:ext cx="387846" cy="11526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2011</a:t>
              </a:r>
            </a:p>
          </p:txBody>
        </p:sp>
        <p:sp>
          <p:nvSpPr>
            <p:cNvPr id="133" name="tx133"/>
            <p:cNvSpPr/>
            <p:nvPr/>
          </p:nvSpPr>
          <p:spPr>
            <a:xfrm>
              <a:off x="4648060" y="5722521"/>
              <a:ext cx="387846" cy="11526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2012</a:t>
              </a:r>
            </a:p>
          </p:txBody>
        </p:sp>
        <p:sp>
          <p:nvSpPr>
            <p:cNvPr id="134" name="tx134"/>
            <p:cNvSpPr/>
            <p:nvPr/>
          </p:nvSpPr>
          <p:spPr>
            <a:xfrm>
              <a:off x="5694977" y="5722521"/>
              <a:ext cx="387846" cy="11526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2013</a:t>
              </a:r>
            </a:p>
          </p:txBody>
        </p:sp>
        <p:sp>
          <p:nvSpPr>
            <p:cNvPr id="135" name="tx135"/>
            <p:cNvSpPr/>
            <p:nvPr/>
          </p:nvSpPr>
          <p:spPr>
            <a:xfrm>
              <a:off x="6741894" y="5722521"/>
              <a:ext cx="387846" cy="11526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2014</a:t>
              </a:r>
            </a:p>
          </p:txBody>
        </p:sp>
        <p:sp>
          <p:nvSpPr>
            <p:cNvPr id="136" name="tx136"/>
            <p:cNvSpPr/>
            <p:nvPr/>
          </p:nvSpPr>
          <p:spPr>
            <a:xfrm>
              <a:off x="7788811" y="5722521"/>
              <a:ext cx="387846" cy="11526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2015</a:t>
              </a:r>
            </a:p>
          </p:txBody>
        </p:sp>
        <p:sp>
          <p:nvSpPr>
            <p:cNvPr id="137" name="tx137"/>
            <p:cNvSpPr/>
            <p:nvPr/>
          </p:nvSpPr>
          <p:spPr>
            <a:xfrm>
              <a:off x="4250354" y="5871505"/>
              <a:ext cx="1183258" cy="1470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EXMD_BZ_YYYY</a:t>
              </a:r>
            </a:p>
          </p:txBody>
        </p:sp>
        <p:sp>
          <p:nvSpPr>
            <p:cNvPr id="138" name="tx138"/>
            <p:cNvSpPr/>
            <p:nvPr/>
          </p:nvSpPr>
          <p:spPr>
            <a:xfrm rot="-5400000">
              <a:off x="442106" y="3609606"/>
              <a:ext cx="288949" cy="11526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FBS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js</cp:lastModifiedBy>
  <cp:revision>3</cp:revision>
  <dcterms:created xsi:type="dcterms:W3CDTF">2017-02-13T16:18:36Z</dcterms:created>
  <dcterms:modified xsi:type="dcterms:W3CDTF">2022-10-17T10:18:25Z</dcterms:modified>
  <cp:category/>
</cp:coreProperties>
</file>